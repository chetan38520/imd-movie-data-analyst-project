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59182F-18A2-4EA1-9ABB-5C178655172D}" v="12" dt="2025-02-12T18:00:45.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2" d="100"/>
          <a:sy n="62" d="100"/>
        </p:scale>
        <p:origin x="7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tan kumar" userId="731094950e91191d" providerId="LiveId" clId="{F959182F-18A2-4EA1-9ABB-5C178655172D}"/>
    <pc:docChg chg="undo custSel addSld delSld modSld">
      <pc:chgData name="chetan kumar" userId="731094950e91191d" providerId="LiveId" clId="{F959182F-18A2-4EA1-9ABB-5C178655172D}" dt="2025-02-12T18:05:20.032" v="342" actId="1076"/>
      <pc:docMkLst>
        <pc:docMk/>
      </pc:docMkLst>
      <pc:sldChg chg="addSp modSp mod">
        <pc:chgData name="chetan kumar" userId="731094950e91191d" providerId="LiveId" clId="{F959182F-18A2-4EA1-9ABB-5C178655172D}" dt="2025-02-12T18:01:25.068" v="337" actId="20577"/>
        <pc:sldMkLst>
          <pc:docMk/>
          <pc:sldMk cId="109857222" sldId="256"/>
        </pc:sldMkLst>
        <pc:spChg chg="mod">
          <ac:chgData name="chetan kumar" userId="731094950e91191d" providerId="LiveId" clId="{F959182F-18A2-4EA1-9ABB-5C178655172D}" dt="2025-02-12T18:01:25.068" v="337" actId="20577"/>
          <ac:spMkLst>
            <pc:docMk/>
            <pc:sldMk cId="109857222" sldId="256"/>
            <ac:spMk id="2" creationId="{00000000-0000-0000-0000-000000000000}"/>
          </ac:spMkLst>
        </pc:spChg>
        <pc:spChg chg="mod">
          <ac:chgData name="chetan kumar" userId="731094950e91191d" providerId="LiveId" clId="{F959182F-18A2-4EA1-9ABB-5C178655172D}" dt="2025-02-12T17:59:53.849" v="321" actId="1076"/>
          <ac:spMkLst>
            <pc:docMk/>
            <pc:sldMk cId="109857222" sldId="256"/>
            <ac:spMk id="3" creationId="{00000000-0000-0000-0000-000000000000}"/>
          </ac:spMkLst>
        </pc:spChg>
        <pc:picChg chg="add mod">
          <ac:chgData name="chetan kumar" userId="731094950e91191d" providerId="LiveId" clId="{F959182F-18A2-4EA1-9ABB-5C178655172D}" dt="2025-02-12T18:01:15.532" v="329" actId="1076"/>
          <ac:picMkLst>
            <pc:docMk/>
            <pc:sldMk cId="109857222" sldId="256"/>
            <ac:picMk id="5" creationId="{A555820B-F5F1-77FD-27D1-4CEA1DB939A7}"/>
          </ac:picMkLst>
        </pc:picChg>
      </pc:sldChg>
      <pc:sldChg chg="addSp delSp modSp new mod">
        <pc:chgData name="chetan kumar" userId="731094950e91191d" providerId="LiveId" clId="{F959182F-18A2-4EA1-9ABB-5C178655172D}" dt="2025-02-12T17:36:32.988" v="86"/>
        <pc:sldMkLst>
          <pc:docMk/>
          <pc:sldMk cId="1079936593" sldId="257"/>
        </pc:sldMkLst>
        <pc:spChg chg="mod">
          <ac:chgData name="chetan kumar" userId="731094950e91191d" providerId="LiveId" clId="{F959182F-18A2-4EA1-9ABB-5C178655172D}" dt="2025-02-12T17:36:32.988" v="86"/>
          <ac:spMkLst>
            <pc:docMk/>
            <pc:sldMk cId="1079936593" sldId="257"/>
            <ac:spMk id="2" creationId="{E5F297D7-26BB-EE64-F7A2-10271EFA4E8D}"/>
          </ac:spMkLst>
        </pc:spChg>
        <pc:spChg chg="mod">
          <ac:chgData name="chetan kumar" userId="731094950e91191d" providerId="LiveId" clId="{F959182F-18A2-4EA1-9ABB-5C178655172D}" dt="2025-02-12T17:23:04.704" v="21" actId="14100"/>
          <ac:spMkLst>
            <pc:docMk/>
            <pc:sldMk cId="1079936593" sldId="257"/>
            <ac:spMk id="3" creationId="{9001F612-0402-CE25-E1E1-A5E648D66330}"/>
          </ac:spMkLst>
        </pc:spChg>
        <pc:spChg chg="add del mod">
          <ac:chgData name="chetan kumar" userId="731094950e91191d" providerId="LiveId" clId="{F959182F-18A2-4EA1-9ABB-5C178655172D}" dt="2025-02-12T17:24:03.468" v="60" actId="20577"/>
          <ac:spMkLst>
            <pc:docMk/>
            <pc:sldMk cId="1079936593" sldId="257"/>
            <ac:spMk id="4" creationId="{8F5B1208-7DD5-0132-935D-27D5A8CBE48E}"/>
          </ac:spMkLst>
        </pc:spChg>
        <pc:spChg chg="add mod">
          <ac:chgData name="chetan kumar" userId="731094950e91191d" providerId="LiveId" clId="{F959182F-18A2-4EA1-9ABB-5C178655172D}" dt="2025-02-12T17:23:48.344" v="40" actId="5793"/>
          <ac:spMkLst>
            <pc:docMk/>
            <pc:sldMk cId="1079936593" sldId="257"/>
            <ac:spMk id="5" creationId="{72C9AE04-CCEF-670B-8F53-E2CDF770D99D}"/>
          </ac:spMkLst>
        </pc:spChg>
        <pc:spChg chg="add mod">
          <ac:chgData name="chetan kumar" userId="731094950e91191d" providerId="LiveId" clId="{F959182F-18A2-4EA1-9ABB-5C178655172D}" dt="2025-02-12T17:27:15.543" v="74" actId="1076"/>
          <ac:spMkLst>
            <pc:docMk/>
            <pc:sldMk cId="1079936593" sldId="257"/>
            <ac:spMk id="11" creationId="{035B99B8-1CC4-40FF-1CA6-FC6823874707}"/>
          </ac:spMkLst>
        </pc:spChg>
        <pc:picChg chg="add mod">
          <ac:chgData name="chetan kumar" userId="731094950e91191d" providerId="LiveId" clId="{F959182F-18A2-4EA1-9ABB-5C178655172D}" dt="2025-02-12T17:26:04.899" v="64" actId="14100"/>
          <ac:picMkLst>
            <pc:docMk/>
            <pc:sldMk cId="1079936593" sldId="257"/>
            <ac:picMk id="7" creationId="{5ABEE81E-7F87-8511-638E-810D90903FD4}"/>
          </ac:picMkLst>
        </pc:picChg>
        <pc:picChg chg="add mod">
          <ac:chgData name="chetan kumar" userId="731094950e91191d" providerId="LiveId" clId="{F959182F-18A2-4EA1-9ABB-5C178655172D}" dt="2025-02-12T17:26:44.680" v="70" actId="14100"/>
          <ac:picMkLst>
            <pc:docMk/>
            <pc:sldMk cId="1079936593" sldId="257"/>
            <ac:picMk id="9" creationId="{22CD5E14-783C-33DA-4C8D-05D4B8EE944C}"/>
          </ac:picMkLst>
        </pc:picChg>
      </pc:sldChg>
      <pc:sldChg chg="addSp delSp modSp mod">
        <pc:chgData name="chetan kumar" userId="731094950e91191d" providerId="LiveId" clId="{F959182F-18A2-4EA1-9ABB-5C178655172D}" dt="2025-02-12T17:39:38.491" v="107" actId="1076"/>
        <pc:sldMkLst>
          <pc:docMk/>
          <pc:sldMk cId="801544319" sldId="258"/>
        </pc:sldMkLst>
        <pc:spChg chg="mod">
          <ac:chgData name="chetan kumar" userId="731094950e91191d" providerId="LiveId" clId="{F959182F-18A2-4EA1-9ABB-5C178655172D}" dt="2025-02-12T17:37:16.699" v="92" actId="20577"/>
          <ac:spMkLst>
            <pc:docMk/>
            <pc:sldMk cId="801544319" sldId="258"/>
            <ac:spMk id="2" creationId="{FF93EF36-74A9-C55C-A316-F549607A8202}"/>
          </ac:spMkLst>
        </pc:spChg>
        <pc:spChg chg="add mod">
          <ac:chgData name="chetan kumar" userId="731094950e91191d" providerId="LiveId" clId="{F959182F-18A2-4EA1-9ABB-5C178655172D}" dt="2025-02-12T17:37:08.347" v="90" actId="1076"/>
          <ac:spMkLst>
            <pc:docMk/>
            <pc:sldMk cId="801544319" sldId="258"/>
            <ac:spMk id="13" creationId="{0C4D84B5-159D-1060-EBDC-26B752D5E0DD}"/>
          </ac:spMkLst>
        </pc:spChg>
        <pc:picChg chg="add del">
          <ac:chgData name="chetan kumar" userId="731094950e91191d" providerId="LiveId" clId="{F959182F-18A2-4EA1-9ABB-5C178655172D}" dt="2025-02-12T17:32:17.133" v="76" actId="21"/>
          <ac:picMkLst>
            <pc:docMk/>
            <pc:sldMk cId="801544319" sldId="258"/>
            <ac:picMk id="7" creationId="{2AF62D55-BBB2-B7E2-57CD-F5CFD60A2372}"/>
          </ac:picMkLst>
        </pc:picChg>
        <pc:picChg chg="add mod">
          <ac:chgData name="chetan kumar" userId="731094950e91191d" providerId="LiveId" clId="{F959182F-18A2-4EA1-9ABB-5C178655172D}" dt="2025-02-12T17:39:38.491" v="107" actId="1076"/>
          <ac:picMkLst>
            <pc:docMk/>
            <pc:sldMk cId="801544319" sldId="258"/>
            <ac:picMk id="9" creationId="{E5980F7E-CF5D-C7DD-425B-1D616DA5E32D}"/>
          </ac:picMkLst>
        </pc:picChg>
        <pc:picChg chg="add mod">
          <ac:chgData name="chetan kumar" userId="731094950e91191d" providerId="LiveId" clId="{F959182F-18A2-4EA1-9ABB-5C178655172D}" dt="2025-02-12T17:39:35.644" v="106" actId="1076"/>
          <ac:picMkLst>
            <pc:docMk/>
            <pc:sldMk cId="801544319" sldId="258"/>
            <ac:picMk id="11" creationId="{83081404-5309-4F85-2406-C115AE952F9C}"/>
          </ac:picMkLst>
        </pc:picChg>
      </pc:sldChg>
      <pc:sldChg chg="addSp modSp mod">
        <pc:chgData name="chetan kumar" userId="731094950e91191d" providerId="LiveId" clId="{F959182F-18A2-4EA1-9ABB-5C178655172D}" dt="2025-02-12T17:40:10.945" v="111" actId="1076"/>
        <pc:sldMkLst>
          <pc:docMk/>
          <pc:sldMk cId="4091484664" sldId="259"/>
        </pc:sldMkLst>
        <pc:spChg chg="mod">
          <ac:chgData name="chetan kumar" userId="731094950e91191d" providerId="LiveId" clId="{F959182F-18A2-4EA1-9ABB-5C178655172D}" dt="2025-02-12T17:37:21.901" v="94" actId="20577"/>
          <ac:spMkLst>
            <pc:docMk/>
            <pc:sldMk cId="4091484664" sldId="259"/>
            <ac:spMk id="2" creationId="{57C5E010-D3C5-AB78-F11B-3EAB27CCE330}"/>
          </ac:spMkLst>
        </pc:spChg>
        <pc:spChg chg="add mod">
          <ac:chgData name="chetan kumar" userId="731094950e91191d" providerId="LiveId" clId="{F959182F-18A2-4EA1-9ABB-5C178655172D}" dt="2025-02-12T17:40:10.945" v="111" actId="1076"/>
          <ac:spMkLst>
            <pc:docMk/>
            <pc:sldMk cId="4091484664" sldId="259"/>
            <ac:spMk id="11" creationId="{2E9AED6A-F54B-16F4-ABC5-5922CF7A0C06}"/>
          </ac:spMkLst>
        </pc:spChg>
        <pc:picChg chg="add mod">
          <ac:chgData name="chetan kumar" userId="731094950e91191d" providerId="LiveId" clId="{F959182F-18A2-4EA1-9ABB-5C178655172D}" dt="2025-02-12T17:39:23.757" v="105" actId="1076"/>
          <ac:picMkLst>
            <pc:docMk/>
            <pc:sldMk cId="4091484664" sldId="259"/>
            <ac:picMk id="7" creationId="{229E2177-DB00-AA42-0401-C31E93E036FB}"/>
          </ac:picMkLst>
        </pc:picChg>
        <pc:picChg chg="add mod">
          <ac:chgData name="chetan kumar" userId="731094950e91191d" providerId="LiveId" clId="{F959182F-18A2-4EA1-9ABB-5C178655172D}" dt="2025-02-12T17:39:20.285" v="104" actId="1076"/>
          <ac:picMkLst>
            <pc:docMk/>
            <pc:sldMk cId="4091484664" sldId="259"/>
            <ac:picMk id="9" creationId="{B8601AD1-544F-0013-9C35-9CC230E8BB27}"/>
          </ac:picMkLst>
        </pc:picChg>
      </pc:sldChg>
      <pc:sldChg chg="addSp delSp modSp mod">
        <pc:chgData name="chetan kumar" userId="731094950e91191d" providerId="LiveId" clId="{F959182F-18A2-4EA1-9ABB-5C178655172D}" dt="2025-02-12T18:05:20.032" v="342" actId="1076"/>
        <pc:sldMkLst>
          <pc:docMk/>
          <pc:sldMk cId="1345766348" sldId="260"/>
        </pc:sldMkLst>
        <pc:spChg chg="mod">
          <ac:chgData name="chetan kumar" userId="731094950e91191d" providerId="LiveId" clId="{F959182F-18A2-4EA1-9ABB-5C178655172D}" dt="2025-02-12T17:40:30.837" v="114"/>
          <ac:spMkLst>
            <pc:docMk/>
            <pc:sldMk cId="1345766348" sldId="260"/>
            <ac:spMk id="2" creationId="{FD9600AA-02D1-F0B0-21B5-EF341D7EAD49}"/>
          </ac:spMkLst>
        </pc:spChg>
        <pc:spChg chg="add del mod">
          <ac:chgData name="chetan kumar" userId="731094950e91191d" providerId="LiveId" clId="{F959182F-18A2-4EA1-9ABB-5C178655172D}" dt="2025-02-12T18:04:59.842" v="339" actId="21"/>
          <ac:spMkLst>
            <pc:docMk/>
            <pc:sldMk cId="1345766348" sldId="260"/>
            <ac:spMk id="11" creationId="{DEDA3ACF-B9FB-297E-E021-1826016381A5}"/>
          </ac:spMkLst>
        </pc:spChg>
        <pc:spChg chg="add mod">
          <ac:chgData name="chetan kumar" userId="731094950e91191d" providerId="LiveId" clId="{F959182F-18A2-4EA1-9ABB-5C178655172D}" dt="2025-02-12T18:05:20.032" v="342" actId="1076"/>
          <ac:spMkLst>
            <pc:docMk/>
            <pc:sldMk cId="1345766348" sldId="260"/>
            <ac:spMk id="13" creationId="{8365BAF0-093B-E350-2774-0A6358C21ED6}"/>
          </ac:spMkLst>
        </pc:spChg>
        <pc:picChg chg="add mod">
          <ac:chgData name="chetan kumar" userId="731094950e91191d" providerId="LiveId" clId="{F959182F-18A2-4EA1-9ABB-5C178655172D}" dt="2025-02-12T17:41:30.497" v="119" actId="14100"/>
          <ac:picMkLst>
            <pc:docMk/>
            <pc:sldMk cId="1345766348" sldId="260"/>
            <ac:picMk id="7" creationId="{FAF311AF-FBC5-3657-63F3-1BA722E487D1}"/>
          </ac:picMkLst>
        </pc:picChg>
        <pc:picChg chg="add mod">
          <ac:chgData name="chetan kumar" userId="731094950e91191d" providerId="LiveId" clId="{F959182F-18A2-4EA1-9ABB-5C178655172D}" dt="2025-02-12T17:42:07.108" v="124" actId="14100"/>
          <ac:picMkLst>
            <pc:docMk/>
            <pc:sldMk cId="1345766348" sldId="260"/>
            <ac:picMk id="9" creationId="{5DA28AF7-0787-6276-3FE2-B2BB3550F020}"/>
          </ac:picMkLst>
        </pc:picChg>
      </pc:sldChg>
      <pc:sldChg chg="addSp modSp mod">
        <pc:chgData name="chetan kumar" userId="731094950e91191d" providerId="LiveId" clId="{F959182F-18A2-4EA1-9ABB-5C178655172D}" dt="2025-02-12T17:46:40.296" v="157" actId="1076"/>
        <pc:sldMkLst>
          <pc:docMk/>
          <pc:sldMk cId="1262857080" sldId="261"/>
        </pc:sldMkLst>
        <pc:spChg chg="mod">
          <ac:chgData name="chetan kumar" userId="731094950e91191d" providerId="LiveId" clId="{F959182F-18A2-4EA1-9ABB-5C178655172D}" dt="2025-02-12T17:44:02.267" v="145" actId="1076"/>
          <ac:spMkLst>
            <pc:docMk/>
            <pc:sldMk cId="1262857080" sldId="261"/>
            <ac:spMk id="2" creationId="{6485FE0F-3663-FAA2-CB1B-F8E3F838B7BD}"/>
          </ac:spMkLst>
        </pc:spChg>
        <pc:spChg chg="add mod">
          <ac:chgData name="chetan kumar" userId="731094950e91191d" providerId="LiveId" clId="{F959182F-18A2-4EA1-9ABB-5C178655172D}" dt="2025-02-12T17:46:40.296" v="157" actId="1076"/>
          <ac:spMkLst>
            <pc:docMk/>
            <pc:sldMk cId="1262857080" sldId="261"/>
            <ac:spMk id="11" creationId="{95CD3DDC-56E5-2951-44AE-9C16A4C2E2EF}"/>
          </ac:spMkLst>
        </pc:spChg>
        <pc:picChg chg="add mod">
          <ac:chgData name="chetan kumar" userId="731094950e91191d" providerId="LiveId" clId="{F959182F-18A2-4EA1-9ABB-5C178655172D}" dt="2025-02-12T17:44:53.549" v="149" actId="14100"/>
          <ac:picMkLst>
            <pc:docMk/>
            <pc:sldMk cId="1262857080" sldId="261"/>
            <ac:picMk id="7" creationId="{B18A2799-F59C-F0EB-C500-DC3744F79DFE}"/>
          </ac:picMkLst>
        </pc:picChg>
        <pc:picChg chg="add mod">
          <ac:chgData name="chetan kumar" userId="731094950e91191d" providerId="LiveId" clId="{F959182F-18A2-4EA1-9ABB-5C178655172D}" dt="2025-02-12T17:45:17.887" v="153" actId="14100"/>
          <ac:picMkLst>
            <pc:docMk/>
            <pc:sldMk cId="1262857080" sldId="261"/>
            <ac:picMk id="9" creationId="{3F5A30F9-4724-3662-E004-1A17479A7174}"/>
          </ac:picMkLst>
        </pc:picChg>
      </pc:sldChg>
      <pc:sldChg chg="addSp modSp mod">
        <pc:chgData name="chetan kumar" userId="731094950e91191d" providerId="LiveId" clId="{F959182F-18A2-4EA1-9ABB-5C178655172D}" dt="2025-02-12T17:53:22.458" v="212" actId="20577"/>
        <pc:sldMkLst>
          <pc:docMk/>
          <pc:sldMk cId="3732018121" sldId="262"/>
        </pc:sldMkLst>
        <pc:spChg chg="mod">
          <ac:chgData name="chetan kumar" userId="731094950e91191d" providerId="LiveId" clId="{F959182F-18A2-4EA1-9ABB-5C178655172D}" dt="2025-02-12T17:51:09.271" v="189" actId="20577"/>
          <ac:spMkLst>
            <pc:docMk/>
            <pc:sldMk cId="3732018121" sldId="262"/>
            <ac:spMk id="2" creationId="{AD3F8730-3E1F-7C94-3CCE-DA11B5C8E3D6}"/>
          </ac:spMkLst>
        </pc:spChg>
        <pc:spChg chg="add mod">
          <ac:chgData name="chetan kumar" userId="731094950e91191d" providerId="LiveId" clId="{F959182F-18A2-4EA1-9ABB-5C178655172D}" dt="2025-02-12T17:53:22.458" v="212" actId="20577"/>
          <ac:spMkLst>
            <pc:docMk/>
            <pc:sldMk cId="3732018121" sldId="262"/>
            <ac:spMk id="11" creationId="{632AE241-6D96-2614-9FDF-E3C118A9A9CE}"/>
          </ac:spMkLst>
        </pc:spChg>
        <pc:picChg chg="add mod">
          <ac:chgData name="chetan kumar" userId="731094950e91191d" providerId="LiveId" clId="{F959182F-18A2-4EA1-9ABB-5C178655172D}" dt="2025-02-12T17:49:38.973" v="167" actId="14100"/>
          <ac:picMkLst>
            <pc:docMk/>
            <pc:sldMk cId="3732018121" sldId="262"/>
            <ac:picMk id="7" creationId="{A676F266-35D1-5950-1F46-20CC4DA29F0E}"/>
          </ac:picMkLst>
        </pc:picChg>
        <pc:picChg chg="add mod">
          <ac:chgData name="chetan kumar" userId="731094950e91191d" providerId="LiveId" clId="{F959182F-18A2-4EA1-9ABB-5C178655172D}" dt="2025-02-12T17:50:22.861" v="171" actId="14100"/>
          <ac:picMkLst>
            <pc:docMk/>
            <pc:sldMk cId="3732018121" sldId="262"/>
            <ac:picMk id="9" creationId="{19D63364-C9DE-54A0-42B9-E0C4349ABA1A}"/>
          </ac:picMkLst>
        </pc:picChg>
      </pc:sldChg>
      <pc:sldChg chg="addSp modSp mod">
        <pc:chgData name="chetan kumar" userId="731094950e91191d" providerId="LiveId" clId="{F959182F-18A2-4EA1-9ABB-5C178655172D}" dt="2025-02-12T17:57:23.164" v="232" actId="1076"/>
        <pc:sldMkLst>
          <pc:docMk/>
          <pc:sldMk cId="1268484642" sldId="263"/>
        </pc:sldMkLst>
        <pc:spChg chg="mod">
          <ac:chgData name="chetan kumar" userId="731094950e91191d" providerId="LiveId" clId="{F959182F-18A2-4EA1-9ABB-5C178655172D}" dt="2025-02-12T17:54:24.584" v="221" actId="1076"/>
          <ac:spMkLst>
            <pc:docMk/>
            <pc:sldMk cId="1268484642" sldId="263"/>
            <ac:spMk id="2" creationId="{EE5B0C4F-BA76-7049-8CBF-8B26A6005A83}"/>
          </ac:spMkLst>
        </pc:spChg>
        <pc:spChg chg="add mod">
          <ac:chgData name="chetan kumar" userId="731094950e91191d" providerId="LiveId" clId="{F959182F-18A2-4EA1-9ABB-5C178655172D}" dt="2025-02-12T17:57:23.164" v="232" actId="1076"/>
          <ac:spMkLst>
            <pc:docMk/>
            <pc:sldMk cId="1268484642" sldId="263"/>
            <ac:spMk id="11" creationId="{D5689ED7-B1C5-FE60-A0ED-0AC592BD8C37}"/>
          </ac:spMkLst>
        </pc:spChg>
        <pc:picChg chg="add mod">
          <ac:chgData name="chetan kumar" userId="731094950e91191d" providerId="LiveId" clId="{F959182F-18A2-4EA1-9ABB-5C178655172D}" dt="2025-02-12T17:55:33.305" v="224" actId="14100"/>
          <ac:picMkLst>
            <pc:docMk/>
            <pc:sldMk cId="1268484642" sldId="263"/>
            <ac:picMk id="7" creationId="{CD7511EE-2966-0341-C17C-289D87FC9EDD}"/>
          </ac:picMkLst>
        </pc:picChg>
        <pc:picChg chg="add mod">
          <ac:chgData name="chetan kumar" userId="731094950e91191d" providerId="LiveId" clId="{F959182F-18A2-4EA1-9ABB-5C178655172D}" dt="2025-02-12T17:56:04.459" v="228" actId="14100"/>
          <ac:picMkLst>
            <pc:docMk/>
            <pc:sldMk cId="1268484642" sldId="263"/>
            <ac:picMk id="9" creationId="{AA41E0AA-D6CA-98E7-7908-29A60362F391}"/>
          </ac:picMkLst>
        </pc:picChg>
      </pc:sldChg>
      <pc:sldChg chg="del">
        <pc:chgData name="chetan kumar" userId="731094950e91191d" providerId="LiveId" clId="{F959182F-18A2-4EA1-9ABB-5C178655172D}" dt="2025-02-12T17:57:39.587" v="233" actId="2696"/>
        <pc:sldMkLst>
          <pc:docMk/>
          <pc:sldMk cId="717812032" sldId="264"/>
        </pc:sldMkLst>
      </pc:sldChg>
      <pc:sldChg chg="modSp new mod">
        <pc:chgData name="chetan kumar" userId="731094950e91191d" providerId="LiveId" clId="{F959182F-18A2-4EA1-9ABB-5C178655172D}" dt="2025-02-12T17:58:07.170" v="245" actId="20577"/>
        <pc:sldMkLst>
          <pc:docMk/>
          <pc:sldMk cId="1287714189" sldId="264"/>
        </pc:sldMkLst>
        <pc:spChg chg="mod">
          <ac:chgData name="chetan kumar" userId="731094950e91191d" providerId="LiveId" clId="{F959182F-18A2-4EA1-9ABB-5C178655172D}" dt="2025-02-12T17:58:07.170" v="245" actId="20577"/>
          <ac:spMkLst>
            <pc:docMk/>
            <pc:sldMk cId="1287714189" sldId="264"/>
            <ac:spMk id="2" creationId="{E2415216-C77B-1F27-332E-6CFCA3CA4BA9}"/>
          </ac:spMkLst>
        </pc:spChg>
      </pc:sldChg>
      <pc:sldChg chg="del">
        <pc:chgData name="chetan kumar" userId="731094950e91191d" providerId="LiveId" clId="{F959182F-18A2-4EA1-9ABB-5C178655172D}" dt="2025-02-12T17:57:45.705" v="234" actId="2696"/>
        <pc:sldMkLst>
          <pc:docMk/>
          <pc:sldMk cId="528149593"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58296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16020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93618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0074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19597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11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00002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6471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2219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23982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65692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35391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77365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6CE7D5-CF57-46EF-B807-FDD0502418D4}"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5600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6CE7D5-CF57-46EF-B807-FDD0502418D4}"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47659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12222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079894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46CE7D5-CF57-46EF-B807-FDD0502418D4}" type="datetimeFigureOut">
              <a:rPr lang="en-US" smtClean="0"/>
              <a:t>2/12/2025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36255076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5983" y="2226514"/>
            <a:ext cx="9440034" cy="2404972"/>
          </a:xfrm>
        </p:spPr>
        <p:txBody>
          <a:bodyPr>
            <a:normAutofit fontScale="90000"/>
          </a:bodyPr>
          <a:lstStyle/>
          <a:p>
            <a:r>
              <a:rPr lang="en-US" dirty="0"/>
              <a:t>Welcome to the</a:t>
            </a:r>
            <a:br>
              <a:rPr lang="en-US" dirty="0"/>
            </a:br>
            <a:r>
              <a:rPr lang="en-US" dirty="0"/>
              <a:t>IMD Movie Data Analyst </a:t>
            </a:r>
            <a:br>
              <a:rPr lang="en-US" dirty="0"/>
            </a:br>
            <a:r>
              <a:rPr lang="en-US" dirty="0"/>
              <a:t>Project</a:t>
            </a:r>
          </a:p>
        </p:txBody>
      </p:sp>
      <p:sp>
        <p:nvSpPr>
          <p:cNvPr id="3" name="Subtitle 2"/>
          <p:cNvSpPr>
            <a:spLocks noGrp="1"/>
          </p:cNvSpPr>
          <p:nvPr>
            <p:ph type="subTitle" idx="1"/>
          </p:nvPr>
        </p:nvSpPr>
        <p:spPr>
          <a:xfrm>
            <a:off x="8007458" y="5442637"/>
            <a:ext cx="4184542" cy="1049867"/>
          </a:xfrm>
        </p:spPr>
        <p:txBody>
          <a:bodyPr/>
          <a:lstStyle/>
          <a:p>
            <a:r>
              <a:rPr lang="en-US" dirty="0"/>
              <a:t>Project by- Chetan</a:t>
            </a:r>
          </a:p>
          <a:p>
            <a:endParaRPr lang="en-US" dirty="0"/>
          </a:p>
        </p:txBody>
      </p:sp>
      <p:pic>
        <p:nvPicPr>
          <p:cNvPr id="5" name="Picture 4">
            <a:extLst>
              <a:ext uri="{FF2B5EF4-FFF2-40B4-BE49-F238E27FC236}">
                <a16:creationId xmlns:a16="http://schemas.microsoft.com/office/drawing/2014/main" id="{A555820B-F5F1-77FD-27D1-4CEA1DB939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448" y="277314"/>
            <a:ext cx="3704095" cy="1511278"/>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97D7-26BB-EE64-F7A2-10271EFA4E8D}"/>
              </a:ext>
            </a:extLst>
          </p:cNvPr>
          <p:cNvSpPr>
            <a:spLocks noGrp="1"/>
          </p:cNvSpPr>
          <p:nvPr>
            <p:ph type="title"/>
          </p:nvPr>
        </p:nvSpPr>
        <p:spPr/>
        <p:txBody>
          <a:bodyPr/>
          <a:lstStyle/>
          <a:p>
            <a:pPr algn="l"/>
            <a:r>
              <a:rPr lang="en-IN" dirty="0"/>
              <a:t>Q1 </a:t>
            </a:r>
            <a:r>
              <a:rPr lang="en-US" dirty="0"/>
              <a:t>Count of Movies by Year</a:t>
            </a:r>
            <a:endParaRPr lang="en-IN" dirty="0"/>
          </a:p>
        </p:txBody>
      </p:sp>
      <p:sp>
        <p:nvSpPr>
          <p:cNvPr id="3" name="Content Placeholder 2">
            <a:extLst>
              <a:ext uri="{FF2B5EF4-FFF2-40B4-BE49-F238E27FC236}">
                <a16:creationId xmlns:a16="http://schemas.microsoft.com/office/drawing/2014/main" id="{9001F612-0402-CE25-E1E1-A5E648D66330}"/>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8F5B1208-7DD5-0132-935D-27D5A8CBE48E}"/>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72C9AE04-CCEF-670B-8F53-E2CDF770D99D}"/>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7" name="Picture 6">
            <a:extLst>
              <a:ext uri="{FF2B5EF4-FFF2-40B4-BE49-F238E27FC236}">
                <a16:creationId xmlns:a16="http://schemas.microsoft.com/office/drawing/2014/main" id="{5ABEE81E-7F87-8511-638E-810D90903FD4}"/>
              </a:ext>
            </a:extLst>
          </p:cNvPr>
          <p:cNvPicPr>
            <a:picLocks noChangeAspect="1"/>
          </p:cNvPicPr>
          <p:nvPr/>
        </p:nvPicPr>
        <p:blipFill>
          <a:blip r:embed="rId2"/>
          <a:stretch>
            <a:fillRect/>
          </a:stretch>
        </p:blipFill>
        <p:spPr>
          <a:xfrm>
            <a:off x="1075874" y="2340243"/>
            <a:ext cx="3899082" cy="1952787"/>
          </a:xfrm>
          <a:prstGeom prst="rect">
            <a:avLst/>
          </a:prstGeom>
        </p:spPr>
      </p:pic>
      <p:pic>
        <p:nvPicPr>
          <p:cNvPr id="9" name="Picture 8">
            <a:extLst>
              <a:ext uri="{FF2B5EF4-FFF2-40B4-BE49-F238E27FC236}">
                <a16:creationId xmlns:a16="http://schemas.microsoft.com/office/drawing/2014/main" id="{22CD5E14-783C-33DA-4C8D-05D4B8EE944C}"/>
              </a:ext>
            </a:extLst>
          </p:cNvPr>
          <p:cNvPicPr>
            <a:picLocks noChangeAspect="1"/>
          </p:cNvPicPr>
          <p:nvPr/>
        </p:nvPicPr>
        <p:blipFill>
          <a:blip r:embed="rId3"/>
          <a:stretch>
            <a:fillRect/>
          </a:stretch>
        </p:blipFill>
        <p:spPr>
          <a:xfrm>
            <a:off x="7217046" y="2340243"/>
            <a:ext cx="2329910" cy="1952787"/>
          </a:xfrm>
          <a:prstGeom prst="rect">
            <a:avLst/>
          </a:prstGeom>
        </p:spPr>
      </p:pic>
      <p:sp>
        <p:nvSpPr>
          <p:cNvPr id="11" name="TextBox 10">
            <a:extLst>
              <a:ext uri="{FF2B5EF4-FFF2-40B4-BE49-F238E27FC236}">
                <a16:creationId xmlns:a16="http://schemas.microsoft.com/office/drawing/2014/main" id="{035B99B8-1CC4-40FF-1CA6-FC6823874707}"/>
              </a:ext>
            </a:extLst>
          </p:cNvPr>
          <p:cNvSpPr txBox="1"/>
          <p:nvPr/>
        </p:nvSpPr>
        <p:spPr>
          <a:xfrm>
            <a:off x="913794" y="5203042"/>
            <a:ext cx="10353761" cy="923330"/>
          </a:xfrm>
          <a:prstGeom prst="rect">
            <a:avLst/>
          </a:prstGeom>
          <a:noFill/>
        </p:spPr>
        <p:txBody>
          <a:bodyPr wrap="square">
            <a:spAutoFit/>
          </a:bodyPr>
          <a:lstStyle/>
          <a:p>
            <a:r>
              <a:rPr lang="en-US" b="0" i="0" dirty="0">
                <a:solidFill>
                  <a:srgbClr val="ECECEC"/>
                </a:solidFill>
                <a:effectLst/>
                <a:latin typeface="ui-sans-serif"/>
              </a:rPr>
              <a:t>This query shows the number of movies released each year, helping identify trends in movie production. It highlights peak years, industry growth, and potential declines due to external factors. Sorting by descending order makes recent trends more visible. 🚀</a:t>
            </a:r>
            <a:endParaRPr lang="en-IN" dirty="0"/>
          </a:p>
        </p:txBody>
      </p:sp>
    </p:spTree>
    <p:extLst>
      <p:ext uri="{BB962C8B-B14F-4D97-AF65-F5344CB8AC3E}">
        <p14:creationId xmlns:p14="http://schemas.microsoft.com/office/powerpoint/2010/main" val="1079936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0774C-A3C4-5B5D-9C87-CF56003C6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3EF36-74A9-C55C-A316-F549607A8202}"/>
              </a:ext>
            </a:extLst>
          </p:cNvPr>
          <p:cNvSpPr>
            <a:spLocks noGrp="1"/>
          </p:cNvSpPr>
          <p:nvPr>
            <p:ph type="title"/>
          </p:nvPr>
        </p:nvSpPr>
        <p:spPr/>
        <p:txBody>
          <a:bodyPr/>
          <a:lstStyle/>
          <a:p>
            <a:pPr algn="l"/>
            <a:r>
              <a:rPr lang="en-IN" dirty="0"/>
              <a:t>Q2 </a:t>
            </a:r>
            <a:r>
              <a:rPr lang="en-US" dirty="0"/>
              <a:t>Top 10 Directors with Most Movies</a:t>
            </a:r>
            <a:endParaRPr lang="en-IN" dirty="0"/>
          </a:p>
        </p:txBody>
      </p:sp>
      <p:sp>
        <p:nvSpPr>
          <p:cNvPr id="3" name="Content Placeholder 2">
            <a:extLst>
              <a:ext uri="{FF2B5EF4-FFF2-40B4-BE49-F238E27FC236}">
                <a16:creationId xmlns:a16="http://schemas.microsoft.com/office/drawing/2014/main" id="{8B5BD89F-9E87-AE56-0E2A-1157BE68CD23}"/>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B82ACFA8-7F96-4C22-0C8A-1B7DC264A603}"/>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A15A2711-5172-450D-A6BF-4756DA215CB0}"/>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9" name="Picture 8">
            <a:extLst>
              <a:ext uri="{FF2B5EF4-FFF2-40B4-BE49-F238E27FC236}">
                <a16:creationId xmlns:a16="http://schemas.microsoft.com/office/drawing/2014/main" id="{E5980F7E-CF5D-C7DD-425B-1D616DA5E32D}"/>
              </a:ext>
            </a:extLst>
          </p:cNvPr>
          <p:cNvPicPr>
            <a:picLocks noChangeAspect="1"/>
          </p:cNvPicPr>
          <p:nvPr/>
        </p:nvPicPr>
        <p:blipFill>
          <a:blip r:embed="rId2"/>
          <a:stretch>
            <a:fillRect/>
          </a:stretch>
        </p:blipFill>
        <p:spPr>
          <a:xfrm>
            <a:off x="1014834" y="2362690"/>
            <a:ext cx="4510614" cy="1744359"/>
          </a:xfrm>
          <a:prstGeom prst="rect">
            <a:avLst/>
          </a:prstGeom>
        </p:spPr>
      </p:pic>
      <p:pic>
        <p:nvPicPr>
          <p:cNvPr id="11" name="Picture 10">
            <a:extLst>
              <a:ext uri="{FF2B5EF4-FFF2-40B4-BE49-F238E27FC236}">
                <a16:creationId xmlns:a16="http://schemas.microsoft.com/office/drawing/2014/main" id="{83081404-5309-4F85-2406-C115AE952F9C}"/>
              </a:ext>
            </a:extLst>
          </p:cNvPr>
          <p:cNvPicPr>
            <a:picLocks noChangeAspect="1"/>
          </p:cNvPicPr>
          <p:nvPr/>
        </p:nvPicPr>
        <p:blipFill>
          <a:blip r:embed="rId3"/>
          <a:stretch>
            <a:fillRect/>
          </a:stretch>
        </p:blipFill>
        <p:spPr>
          <a:xfrm>
            <a:off x="7083865" y="2362690"/>
            <a:ext cx="4369382" cy="1744359"/>
          </a:xfrm>
          <a:prstGeom prst="rect">
            <a:avLst/>
          </a:prstGeom>
        </p:spPr>
      </p:pic>
      <p:sp>
        <p:nvSpPr>
          <p:cNvPr id="13" name="TextBox 12">
            <a:extLst>
              <a:ext uri="{FF2B5EF4-FFF2-40B4-BE49-F238E27FC236}">
                <a16:creationId xmlns:a16="http://schemas.microsoft.com/office/drawing/2014/main" id="{0C4D84B5-159D-1060-EBDC-26B752D5E0DD}"/>
              </a:ext>
            </a:extLst>
          </p:cNvPr>
          <p:cNvSpPr txBox="1"/>
          <p:nvPr/>
        </p:nvSpPr>
        <p:spPr>
          <a:xfrm>
            <a:off x="913794" y="5203042"/>
            <a:ext cx="10647942" cy="923330"/>
          </a:xfrm>
          <a:prstGeom prst="rect">
            <a:avLst/>
          </a:prstGeom>
          <a:noFill/>
        </p:spPr>
        <p:txBody>
          <a:bodyPr wrap="square">
            <a:spAutoFit/>
          </a:bodyPr>
          <a:lstStyle/>
          <a:p>
            <a:r>
              <a:rPr lang="en-US" b="0" i="0" dirty="0">
                <a:solidFill>
                  <a:srgbClr val="ECECEC"/>
                </a:solidFill>
                <a:effectLst/>
                <a:latin typeface="ui-sans-serif"/>
              </a:rPr>
              <a:t>This query lists the top 10 directors with the highest number of movies in the dataset. It highlights the most prolific filmmakers, showing their impact on the industry. The results help in analyzing director popularity, career longevity, and contribution to cinema. 🚀</a:t>
            </a:r>
            <a:endParaRPr lang="en-IN" dirty="0"/>
          </a:p>
        </p:txBody>
      </p:sp>
    </p:spTree>
    <p:extLst>
      <p:ext uri="{BB962C8B-B14F-4D97-AF65-F5344CB8AC3E}">
        <p14:creationId xmlns:p14="http://schemas.microsoft.com/office/powerpoint/2010/main" val="801544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60DF-E648-87BF-A11E-0AE25349A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5E010-D3C5-AB78-F11B-3EAB27CCE330}"/>
              </a:ext>
            </a:extLst>
          </p:cNvPr>
          <p:cNvSpPr>
            <a:spLocks noGrp="1"/>
          </p:cNvSpPr>
          <p:nvPr>
            <p:ph type="title"/>
          </p:nvPr>
        </p:nvSpPr>
        <p:spPr/>
        <p:txBody>
          <a:bodyPr/>
          <a:lstStyle/>
          <a:p>
            <a:pPr algn="l"/>
            <a:r>
              <a:rPr lang="en-IN" dirty="0"/>
              <a:t>Q3 Most Common Movie Genres</a:t>
            </a:r>
          </a:p>
        </p:txBody>
      </p:sp>
      <p:sp>
        <p:nvSpPr>
          <p:cNvPr id="3" name="Content Placeholder 2">
            <a:extLst>
              <a:ext uri="{FF2B5EF4-FFF2-40B4-BE49-F238E27FC236}">
                <a16:creationId xmlns:a16="http://schemas.microsoft.com/office/drawing/2014/main" id="{09462F4B-F64B-8B03-DD6C-A1813CCA183F}"/>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3D0193A8-2AFE-F51F-EE40-D9669716AFD7}"/>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F396782D-5B47-ABB3-F704-2FD5162D441A}"/>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7" name="Picture 6">
            <a:extLst>
              <a:ext uri="{FF2B5EF4-FFF2-40B4-BE49-F238E27FC236}">
                <a16:creationId xmlns:a16="http://schemas.microsoft.com/office/drawing/2014/main" id="{229E2177-DB00-AA42-0401-C31E93E036FB}"/>
              </a:ext>
            </a:extLst>
          </p:cNvPr>
          <p:cNvPicPr>
            <a:picLocks noChangeAspect="1"/>
          </p:cNvPicPr>
          <p:nvPr/>
        </p:nvPicPr>
        <p:blipFill>
          <a:blip r:embed="rId2"/>
          <a:stretch>
            <a:fillRect/>
          </a:stretch>
        </p:blipFill>
        <p:spPr>
          <a:xfrm>
            <a:off x="1116362" y="2340244"/>
            <a:ext cx="4621585" cy="1937288"/>
          </a:xfrm>
          <a:prstGeom prst="rect">
            <a:avLst/>
          </a:prstGeom>
        </p:spPr>
      </p:pic>
      <p:pic>
        <p:nvPicPr>
          <p:cNvPr id="9" name="Picture 8">
            <a:extLst>
              <a:ext uri="{FF2B5EF4-FFF2-40B4-BE49-F238E27FC236}">
                <a16:creationId xmlns:a16="http://schemas.microsoft.com/office/drawing/2014/main" id="{B8601AD1-544F-0013-9C35-9CC230E8BB27}"/>
              </a:ext>
            </a:extLst>
          </p:cNvPr>
          <p:cNvPicPr>
            <a:picLocks noChangeAspect="1"/>
          </p:cNvPicPr>
          <p:nvPr/>
        </p:nvPicPr>
        <p:blipFill>
          <a:blip r:embed="rId3"/>
          <a:stretch>
            <a:fillRect/>
          </a:stretch>
        </p:blipFill>
        <p:spPr>
          <a:xfrm>
            <a:off x="7233026" y="2340244"/>
            <a:ext cx="3842612" cy="1937288"/>
          </a:xfrm>
          <a:prstGeom prst="rect">
            <a:avLst/>
          </a:prstGeom>
        </p:spPr>
      </p:pic>
      <p:sp>
        <p:nvSpPr>
          <p:cNvPr id="11" name="TextBox 10">
            <a:extLst>
              <a:ext uri="{FF2B5EF4-FFF2-40B4-BE49-F238E27FC236}">
                <a16:creationId xmlns:a16="http://schemas.microsoft.com/office/drawing/2014/main" id="{2E9AED6A-F54B-16F4-ABC5-5922CF7A0C06}"/>
              </a:ext>
            </a:extLst>
          </p:cNvPr>
          <p:cNvSpPr txBox="1"/>
          <p:nvPr/>
        </p:nvSpPr>
        <p:spPr>
          <a:xfrm>
            <a:off x="913794" y="5203194"/>
            <a:ext cx="10818423" cy="923330"/>
          </a:xfrm>
          <a:prstGeom prst="rect">
            <a:avLst/>
          </a:prstGeom>
          <a:noFill/>
        </p:spPr>
        <p:txBody>
          <a:bodyPr wrap="square">
            <a:spAutoFit/>
          </a:bodyPr>
          <a:lstStyle/>
          <a:p>
            <a:r>
              <a:rPr lang="en-US" b="0" i="0" dirty="0">
                <a:solidFill>
                  <a:srgbClr val="ECECEC"/>
                </a:solidFill>
                <a:effectLst/>
                <a:latin typeface="ui-sans-serif"/>
              </a:rPr>
              <a:t>This query identifies the top 10 most common movie genres based on their frequency in the dataset. It helps analyze audience preferences, industry trends, and the dominance of certain genres over time. The results can be used for market research, content strategy, and understanding shifts in filmmaking trends. 🚀</a:t>
            </a:r>
            <a:endParaRPr lang="en-IN" dirty="0"/>
          </a:p>
        </p:txBody>
      </p:sp>
    </p:spTree>
    <p:extLst>
      <p:ext uri="{BB962C8B-B14F-4D97-AF65-F5344CB8AC3E}">
        <p14:creationId xmlns:p14="http://schemas.microsoft.com/office/powerpoint/2010/main" val="4091484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0DF1A-D4B0-155D-4415-F9DA72F6D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600AA-02D1-F0B0-21B5-EF341D7EAD49}"/>
              </a:ext>
            </a:extLst>
          </p:cNvPr>
          <p:cNvSpPr>
            <a:spLocks noGrp="1"/>
          </p:cNvSpPr>
          <p:nvPr>
            <p:ph type="title"/>
          </p:nvPr>
        </p:nvSpPr>
        <p:spPr/>
        <p:txBody>
          <a:bodyPr/>
          <a:lstStyle/>
          <a:p>
            <a:pPr algn="l"/>
            <a:r>
              <a:rPr lang="en-IN" dirty="0"/>
              <a:t>Q4 Movies Released After 2010</a:t>
            </a:r>
          </a:p>
        </p:txBody>
      </p:sp>
      <p:sp>
        <p:nvSpPr>
          <p:cNvPr id="3" name="Content Placeholder 2">
            <a:extLst>
              <a:ext uri="{FF2B5EF4-FFF2-40B4-BE49-F238E27FC236}">
                <a16:creationId xmlns:a16="http://schemas.microsoft.com/office/drawing/2014/main" id="{717029CC-4E59-F6DD-D300-420F4AEEDEE4}"/>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790F193B-C3F6-6038-D41D-35C993458518}"/>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87A0EEA9-B319-633A-0BBC-656C86D32B9A}"/>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7" name="Picture 6">
            <a:extLst>
              <a:ext uri="{FF2B5EF4-FFF2-40B4-BE49-F238E27FC236}">
                <a16:creationId xmlns:a16="http://schemas.microsoft.com/office/drawing/2014/main" id="{FAF311AF-FBC5-3657-63F3-1BA722E487D1}"/>
              </a:ext>
            </a:extLst>
          </p:cNvPr>
          <p:cNvPicPr>
            <a:picLocks noChangeAspect="1"/>
          </p:cNvPicPr>
          <p:nvPr/>
        </p:nvPicPr>
        <p:blipFill>
          <a:blip r:embed="rId2"/>
          <a:stretch>
            <a:fillRect/>
          </a:stretch>
        </p:blipFill>
        <p:spPr>
          <a:xfrm>
            <a:off x="1233056" y="2340243"/>
            <a:ext cx="3214957" cy="1766807"/>
          </a:xfrm>
          <a:prstGeom prst="rect">
            <a:avLst/>
          </a:prstGeom>
        </p:spPr>
      </p:pic>
      <p:pic>
        <p:nvPicPr>
          <p:cNvPr id="9" name="Picture 8">
            <a:extLst>
              <a:ext uri="{FF2B5EF4-FFF2-40B4-BE49-F238E27FC236}">
                <a16:creationId xmlns:a16="http://schemas.microsoft.com/office/drawing/2014/main" id="{5DA28AF7-0787-6276-3FE2-B2BB3550F020}"/>
              </a:ext>
            </a:extLst>
          </p:cNvPr>
          <p:cNvPicPr>
            <a:picLocks noChangeAspect="1"/>
          </p:cNvPicPr>
          <p:nvPr/>
        </p:nvPicPr>
        <p:blipFill>
          <a:blip r:embed="rId3"/>
          <a:stretch>
            <a:fillRect/>
          </a:stretch>
        </p:blipFill>
        <p:spPr>
          <a:xfrm>
            <a:off x="7059832" y="2340243"/>
            <a:ext cx="4052453" cy="1766807"/>
          </a:xfrm>
          <a:prstGeom prst="rect">
            <a:avLst/>
          </a:prstGeom>
        </p:spPr>
      </p:pic>
      <p:sp>
        <p:nvSpPr>
          <p:cNvPr id="13" name="TextBox 12">
            <a:extLst>
              <a:ext uri="{FF2B5EF4-FFF2-40B4-BE49-F238E27FC236}">
                <a16:creationId xmlns:a16="http://schemas.microsoft.com/office/drawing/2014/main" id="{8365BAF0-093B-E350-2774-0A6358C21ED6}"/>
              </a:ext>
            </a:extLst>
          </p:cNvPr>
          <p:cNvSpPr txBox="1"/>
          <p:nvPr/>
        </p:nvSpPr>
        <p:spPr>
          <a:xfrm>
            <a:off x="913794" y="5221704"/>
            <a:ext cx="10725433" cy="646331"/>
          </a:xfrm>
          <a:prstGeom prst="rect">
            <a:avLst/>
          </a:prstGeom>
          <a:noFill/>
        </p:spPr>
        <p:txBody>
          <a:bodyPr wrap="square">
            <a:spAutoFit/>
          </a:bodyPr>
          <a:lstStyle/>
          <a:p>
            <a:r>
              <a:rPr lang="en-US" b="0" i="0" dirty="0">
                <a:solidFill>
                  <a:srgbClr val="ECECEC"/>
                </a:solidFill>
                <a:effectLst/>
                <a:latin typeface="ui-sans-serif"/>
              </a:rPr>
              <a:t>This query retrieves movies released after 2010, sorted in descending order by year. It helps analyze modern filmmaking trends, identify recent popular directors, and observe changes in genre preferences over time. 🚀</a:t>
            </a:r>
            <a:endParaRPr lang="en-IN" dirty="0"/>
          </a:p>
        </p:txBody>
      </p:sp>
    </p:spTree>
    <p:extLst>
      <p:ext uri="{BB962C8B-B14F-4D97-AF65-F5344CB8AC3E}">
        <p14:creationId xmlns:p14="http://schemas.microsoft.com/office/powerpoint/2010/main" val="1345766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416A-6221-2218-05F4-19CBF002B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5FE0F-3663-FAA2-CB1B-F8E3F838B7BD}"/>
              </a:ext>
            </a:extLst>
          </p:cNvPr>
          <p:cNvSpPr>
            <a:spLocks noGrp="1"/>
          </p:cNvSpPr>
          <p:nvPr>
            <p:ph type="title"/>
          </p:nvPr>
        </p:nvSpPr>
        <p:spPr>
          <a:xfrm>
            <a:off x="506277" y="274706"/>
            <a:ext cx="12264325" cy="970450"/>
          </a:xfrm>
        </p:spPr>
        <p:txBody>
          <a:bodyPr>
            <a:noAutofit/>
          </a:bodyPr>
          <a:lstStyle/>
          <a:p>
            <a:pPr algn="l"/>
            <a:r>
              <a:rPr lang="en-IN" sz="2800" dirty="0"/>
              <a:t>Q5 </a:t>
            </a:r>
            <a:r>
              <a:rPr lang="en-US" sz="2800" dirty="0"/>
              <a:t>Find Movies Featuring a Specific Actor (e.g., "Shah Rukh Khan")</a:t>
            </a:r>
            <a:endParaRPr lang="en-IN" sz="2800" dirty="0"/>
          </a:p>
        </p:txBody>
      </p:sp>
      <p:sp>
        <p:nvSpPr>
          <p:cNvPr id="3" name="Content Placeholder 2">
            <a:extLst>
              <a:ext uri="{FF2B5EF4-FFF2-40B4-BE49-F238E27FC236}">
                <a16:creationId xmlns:a16="http://schemas.microsoft.com/office/drawing/2014/main" id="{A1AEC4CC-5D38-83B2-D48D-7F04D7903FC5}"/>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A2C9C3A6-E2F4-F1BA-2CDD-159E0AA44633}"/>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B3683AF3-2AE0-959E-7283-94E37CCD5FDE}"/>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7" name="Picture 6">
            <a:extLst>
              <a:ext uri="{FF2B5EF4-FFF2-40B4-BE49-F238E27FC236}">
                <a16:creationId xmlns:a16="http://schemas.microsoft.com/office/drawing/2014/main" id="{B18A2799-F59C-F0EB-C500-DC3744F79DFE}"/>
              </a:ext>
            </a:extLst>
          </p:cNvPr>
          <p:cNvPicPr>
            <a:picLocks noChangeAspect="1"/>
          </p:cNvPicPr>
          <p:nvPr/>
        </p:nvPicPr>
        <p:blipFill>
          <a:blip r:embed="rId2"/>
          <a:stretch>
            <a:fillRect/>
          </a:stretch>
        </p:blipFill>
        <p:spPr>
          <a:xfrm>
            <a:off x="1104452" y="2332169"/>
            <a:ext cx="4488293" cy="1697390"/>
          </a:xfrm>
          <a:prstGeom prst="rect">
            <a:avLst/>
          </a:prstGeom>
        </p:spPr>
      </p:pic>
      <p:pic>
        <p:nvPicPr>
          <p:cNvPr id="9" name="Picture 8">
            <a:extLst>
              <a:ext uri="{FF2B5EF4-FFF2-40B4-BE49-F238E27FC236}">
                <a16:creationId xmlns:a16="http://schemas.microsoft.com/office/drawing/2014/main" id="{3F5A30F9-4724-3662-E004-1A17479A7174}"/>
              </a:ext>
            </a:extLst>
          </p:cNvPr>
          <p:cNvPicPr>
            <a:picLocks noChangeAspect="1"/>
          </p:cNvPicPr>
          <p:nvPr/>
        </p:nvPicPr>
        <p:blipFill>
          <a:blip r:embed="rId3"/>
          <a:stretch>
            <a:fillRect/>
          </a:stretch>
        </p:blipFill>
        <p:spPr>
          <a:xfrm>
            <a:off x="7103911" y="2327453"/>
            <a:ext cx="4174294" cy="1697389"/>
          </a:xfrm>
          <a:prstGeom prst="rect">
            <a:avLst/>
          </a:prstGeom>
        </p:spPr>
      </p:pic>
      <p:sp>
        <p:nvSpPr>
          <p:cNvPr id="11" name="TextBox 10">
            <a:extLst>
              <a:ext uri="{FF2B5EF4-FFF2-40B4-BE49-F238E27FC236}">
                <a16:creationId xmlns:a16="http://schemas.microsoft.com/office/drawing/2014/main" id="{95CD3DDC-56E5-2951-44AE-9C16A4C2E2EF}"/>
              </a:ext>
            </a:extLst>
          </p:cNvPr>
          <p:cNvSpPr txBox="1"/>
          <p:nvPr/>
        </p:nvSpPr>
        <p:spPr>
          <a:xfrm>
            <a:off x="913794" y="5107139"/>
            <a:ext cx="10694437" cy="923330"/>
          </a:xfrm>
          <a:prstGeom prst="rect">
            <a:avLst/>
          </a:prstGeom>
          <a:noFill/>
        </p:spPr>
        <p:txBody>
          <a:bodyPr wrap="square">
            <a:spAutoFit/>
          </a:bodyPr>
          <a:lstStyle/>
          <a:p>
            <a:r>
              <a:rPr lang="en-US" b="0" i="0" dirty="0">
                <a:solidFill>
                  <a:srgbClr val="ECECEC"/>
                </a:solidFill>
                <a:effectLst/>
                <a:latin typeface="ui-sans-serif"/>
              </a:rPr>
              <a:t>This query retrieves all movies featuring a specific actor (e.g., </a:t>
            </a:r>
            <a:r>
              <a:rPr lang="en-US" b="1" i="0" dirty="0">
                <a:solidFill>
                  <a:srgbClr val="ECECEC"/>
                </a:solidFill>
                <a:effectLst/>
                <a:latin typeface="ui-sans-serif"/>
              </a:rPr>
              <a:t>Shah Rukh Khan</a:t>
            </a:r>
            <a:r>
              <a:rPr lang="en-US" b="0" i="0" dirty="0">
                <a:solidFill>
                  <a:srgbClr val="ECECEC"/>
                </a:solidFill>
                <a:effectLst/>
                <a:latin typeface="ui-sans-serif"/>
              </a:rPr>
              <a:t>), sorted by the most recent releases. It helps analyze the actor's filmography, career trends, and collaborations with different directors over time. 🚀</a:t>
            </a:r>
            <a:endParaRPr lang="en-IN" dirty="0"/>
          </a:p>
        </p:txBody>
      </p:sp>
    </p:spTree>
    <p:extLst>
      <p:ext uri="{BB962C8B-B14F-4D97-AF65-F5344CB8AC3E}">
        <p14:creationId xmlns:p14="http://schemas.microsoft.com/office/powerpoint/2010/main" val="1262857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9A560-EF99-9BDA-C0AE-08010FF61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F8730-3E1F-7C94-3CCE-DA11B5C8E3D6}"/>
              </a:ext>
            </a:extLst>
          </p:cNvPr>
          <p:cNvSpPr>
            <a:spLocks noGrp="1"/>
          </p:cNvSpPr>
          <p:nvPr>
            <p:ph type="title"/>
          </p:nvPr>
        </p:nvSpPr>
        <p:spPr>
          <a:xfrm>
            <a:off x="557334" y="361627"/>
            <a:ext cx="10353762" cy="970450"/>
          </a:xfrm>
        </p:spPr>
        <p:txBody>
          <a:bodyPr>
            <a:normAutofit/>
          </a:bodyPr>
          <a:lstStyle/>
          <a:p>
            <a:pPr algn="l"/>
            <a:r>
              <a:rPr lang="en-IN" sz="2800" dirty="0"/>
              <a:t>Q6 </a:t>
            </a:r>
            <a:r>
              <a:rPr lang="en-US" sz="2800" dirty="0"/>
              <a:t>Find Movies by a Specific Director (e.g., “Farhan Akhtar")</a:t>
            </a:r>
            <a:endParaRPr lang="en-IN" sz="2800" dirty="0"/>
          </a:p>
        </p:txBody>
      </p:sp>
      <p:sp>
        <p:nvSpPr>
          <p:cNvPr id="3" name="Content Placeholder 2">
            <a:extLst>
              <a:ext uri="{FF2B5EF4-FFF2-40B4-BE49-F238E27FC236}">
                <a16:creationId xmlns:a16="http://schemas.microsoft.com/office/drawing/2014/main" id="{52BBFE28-8DE8-9A23-5300-507861625D5F}"/>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6766BE51-B0B9-2336-1A89-ED1F7191157F}"/>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4BCBAD7C-FE43-20DE-EC08-54EA547FFDF5}"/>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7" name="Picture 6">
            <a:extLst>
              <a:ext uri="{FF2B5EF4-FFF2-40B4-BE49-F238E27FC236}">
                <a16:creationId xmlns:a16="http://schemas.microsoft.com/office/drawing/2014/main" id="{A676F266-35D1-5950-1F46-20CC4DA29F0E}"/>
              </a:ext>
            </a:extLst>
          </p:cNvPr>
          <p:cNvPicPr>
            <a:picLocks noChangeAspect="1"/>
          </p:cNvPicPr>
          <p:nvPr/>
        </p:nvPicPr>
        <p:blipFill>
          <a:blip r:embed="rId2"/>
          <a:stretch>
            <a:fillRect/>
          </a:stretch>
        </p:blipFill>
        <p:spPr>
          <a:xfrm>
            <a:off x="1217821" y="2340244"/>
            <a:ext cx="4324172" cy="1828800"/>
          </a:xfrm>
          <a:prstGeom prst="rect">
            <a:avLst/>
          </a:prstGeom>
        </p:spPr>
      </p:pic>
      <p:pic>
        <p:nvPicPr>
          <p:cNvPr id="9" name="Picture 8">
            <a:extLst>
              <a:ext uri="{FF2B5EF4-FFF2-40B4-BE49-F238E27FC236}">
                <a16:creationId xmlns:a16="http://schemas.microsoft.com/office/drawing/2014/main" id="{19D63364-C9DE-54A0-42B9-E0C4349ABA1A}"/>
              </a:ext>
            </a:extLst>
          </p:cNvPr>
          <p:cNvPicPr>
            <a:picLocks noChangeAspect="1"/>
          </p:cNvPicPr>
          <p:nvPr/>
        </p:nvPicPr>
        <p:blipFill>
          <a:blip r:embed="rId3"/>
          <a:stretch>
            <a:fillRect/>
          </a:stretch>
        </p:blipFill>
        <p:spPr>
          <a:xfrm>
            <a:off x="7056249" y="2340243"/>
            <a:ext cx="4691465" cy="1828799"/>
          </a:xfrm>
          <a:prstGeom prst="rect">
            <a:avLst/>
          </a:prstGeom>
        </p:spPr>
      </p:pic>
      <p:sp>
        <p:nvSpPr>
          <p:cNvPr id="11" name="TextBox 10">
            <a:extLst>
              <a:ext uri="{FF2B5EF4-FFF2-40B4-BE49-F238E27FC236}">
                <a16:creationId xmlns:a16="http://schemas.microsoft.com/office/drawing/2014/main" id="{632AE241-6D96-2614-9FDF-E3C118A9A9CE}"/>
              </a:ext>
            </a:extLst>
          </p:cNvPr>
          <p:cNvSpPr txBox="1"/>
          <p:nvPr/>
        </p:nvSpPr>
        <p:spPr>
          <a:xfrm>
            <a:off x="913794" y="5203042"/>
            <a:ext cx="10833920" cy="646331"/>
          </a:xfrm>
          <a:prstGeom prst="rect">
            <a:avLst/>
          </a:prstGeom>
          <a:noFill/>
        </p:spPr>
        <p:txBody>
          <a:bodyPr wrap="square">
            <a:spAutoFit/>
          </a:bodyPr>
          <a:lstStyle/>
          <a:p>
            <a:r>
              <a:rPr lang="en-US" b="0" i="0" dirty="0">
                <a:solidFill>
                  <a:srgbClr val="ECECEC"/>
                </a:solidFill>
                <a:effectLst/>
                <a:latin typeface="ui-sans-serif"/>
              </a:rPr>
              <a:t>This query retrieves all movies directed by a specific director (</a:t>
            </a:r>
            <a:r>
              <a:rPr lang="en-US" b="0" i="0" dirty="0" err="1">
                <a:solidFill>
                  <a:srgbClr val="ECECEC"/>
                </a:solidFill>
                <a:effectLst/>
                <a:latin typeface="ui-sans-serif"/>
              </a:rPr>
              <a:t>e.g</a:t>
            </a:r>
            <a:r>
              <a:rPr lang="en-US" b="0" i="0" dirty="0">
                <a:solidFill>
                  <a:srgbClr val="ECECEC"/>
                </a:solidFill>
                <a:effectLst/>
                <a:latin typeface="ui-sans-serif"/>
              </a:rPr>
              <a:t>, Farhan Akhtar), sorted by the most recent releases. It helps analyze the director's filmography, genre preferences, and career progression over time. 🚀</a:t>
            </a:r>
            <a:endParaRPr lang="en-IN" dirty="0"/>
          </a:p>
        </p:txBody>
      </p:sp>
    </p:spTree>
    <p:extLst>
      <p:ext uri="{BB962C8B-B14F-4D97-AF65-F5344CB8AC3E}">
        <p14:creationId xmlns:p14="http://schemas.microsoft.com/office/powerpoint/2010/main" val="3732018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C2F02-A39C-E16E-FC46-CDD054885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B0C4F-BA76-7049-8CBF-8B26A6005A83}"/>
              </a:ext>
            </a:extLst>
          </p:cNvPr>
          <p:cNvSpPr>
            <a:spLocks noGrp="1"/>
          </p:cNvSpPr>
          <p:nvPr>
            <p:ph type="title"/>
          </p:nvPr>
        </p:nvSpPr>
        <p:spPr>
          <a:xfrm>
            <a:off x="191145" y="237640"/>
            <a:ext cx="11809709" cy="970450"/>
          </a:xfrm>
        </p:spPr>
        <p:txBody>
          <a:bodyPr>
            <a:normAutofit/>
          </a:bodyPr>
          <a:lstStyle/>
          <a:p>
            <a:pPr algn="l"/>
            <a:r>
              <a:rPr lang="en-IN" sz="2800" dirty="0"/>
              <a:t>Q7 </a:t>
            </a:r>
            <a:r>
              <a:rPr lang="en-US" sz="2800" dirty="0"/>
              <a:t>Count of Movies per Actor (if cast is stored as a comma-separated string)</a:t>
            </a:r>
            <a:endParaRPr lang="en-IN" sz="2800" dirty="0"/>
          </a:p>
        </p:txBody>
      </p:sp>
      <p:sp>
        <p:nvSpPr>
          <p:cNvPr id="3" name="Content Placeholder 2">
            <a:extLst>
              <a:ext uri="{FF2B5EF4-FFF2-40B4-BE49-F238E27FC236}">
                <a16:creationId xmlns:a16="http://schemas.microsoft.com/office/drawing/2014/main" id="{E819510C-5C72-BFB8-E55E-8CA1B9CE3000}"/>
              </a:ext>
            </a:extLst>
          </p:cNvPr>
          <p:cNvSpPr>
            <a:spLocks noGrp="1"/>
          </p:cNvSpPr>
          <p:nvPr>
            <p:ph idx="1"/>
          </p:nvPr>
        </p:nvSpPr>
        <p:spPr>
          <a:xfrm>
            <a:off x="913795" y="1732450"/>
            <a:ext cx="2356347" cy="607794"/>
          </a:xfrm>
        </p:spPr>
        <p:txBody>
          <a:bodyPr/>
          <a:lstStyle/>
          <a:p>
            <a:r>
              <a:rPr lang="en-US" dirty="0"/>
              <a:t>Query:-</a:t>
            </a:r>
            <a:endParaRPr lang="en-IN" dirty="0"/>
          </a:p>
        </p:txBody>
      </p:sp>
      <p:sp>
        <p:nvSpPr>
          <p:cNvPr id="4" name="Content Placeholder 2">
            <a:extLst>
              <a:ext uri="{FF2B5EF4-FFF2-40B4-BE49-F238E27FC236}">
                <a16:creationId xmlns:a16="http://schemas.microsoft.com/office/drawing/2014/main" id="{BEECD6E8-ACDE-E7D3-E5BA-E65E3BECC1AF}"/>
              </a:ext>
            </a:extLst>
          </p:cNvPr>
          <p:cNvSpPr txBox="1">
            <a:spLocks/>
          </p:cNvSpPr>
          <p:nvPr/>
        </p:nvSpPr>
        <p:spPr>
          <a:xfrm>
            <a:off x="913794" y="4595248"/>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dirty="0"/>
              <a:t>Conclusion</a:t>
            </a:r>
            <a:endParaRPr lang="en-IN" dirty="0"/>
          </a:p>
        </p:txBody>
      </p:sp>
      <p:sp>
        <p:nvSpPr>
          <p:cNvPr id="5" name="Content Placeholder 2">
            <a:extLst>
              <a:ext uri="{FF2B5EF4-FFF2-40B4-BE49-F238E27FC236}">
                <a16:creationId xmlns:a16="http://schemas.microsoft.com/office/drawing/2014/main" id="{77DC421C-1413-3695-9324-DC4E63D621DE}"/>
              </a:ext>
            </a:extLst>
          </p:cNvPr>
          <p:cNvSpPr txBox="1">
            <a:spLocks/>
          </p:cNvSpPr>
          <p:nvPr/>
        </p:nvSpPr>
        <p:spPr>
          <a:xfrm>
            <a:off x="6797985" y="1732450"/>
            <a:ext cx="2356347" cy="6077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Output:-</a:t>
            </a:r>
            <a:endParaRPr lang="en-IN" dirty="0"/>
          </a:p>
        </p:txBody>
      </p:sp>
      <p:pic>
        <p:nvPicPr>
          <p:cNvPr id="7" name="Picture 6">
            <a:extLst>
              <a:ext uri="{FF2B5EF4-FFF2-40B4-BE49-F238E27FC236}">
                <a16:creationId xmlns:a16="http://schemas.microsoft.com/office/drawing/2014/main" id="{CD7511EE-2966-0341-C17C-289D87FC9EDD}"/>
              </a:ext>
            </a:extLst>
          </p:cNvPr>
          <p:cNvPicPr>
            <a:picLocks noChangeAspect="1"/>
          </p:cNvPicPr>
          <p:nvPr/>
        </p:nvPicPr>
        <p:blipFill>
          <a:blip r:embed="rId2"/>
          <a:stretch>
            <a:fillRect/>
          </a:stretch>
        </p:blipFill>
        <p:spPr>
          <a:xfrm>
            <a:off x="1141682" y="2321603"/>
            <a:ext cx="4224942" cy="1707956"/>
          </a:xfrm>
          <a:prstGeom prst="rect">
            <a:avLst/>
          </a:prstGeom>
        </p:spPr>
      </p:pic>
      <p:pic>
        <p:nvPicPr>
          <p:cNvPr id="9" name="Picture 8">
            <a:extLst>
              <a:ext uri="{FF2B5EF4-FFF2-40B4-BE49-F238E27FC236}">
                <a16:creationId xmlns:a16="http://schemas.microsoft.com/office/drawing/2014/main" id="{AA41E0AA-D6CA-98E7-7908-29A60362F391}"/>
              </a:ext>
            </a:extLst>
          </p:cNvPr>
          <p:cNvPicPr>
            <a:picLocks noChangeAspect="1"/>
          </p:cNvPicPr>
          <p:nvPr/>
        </p:nvPicPr>
        <p:blipFill>
          <a:blip r:embed="rId3"/>
          <a:stretch>
            <a:fillRect/>
          </a:stretch>
        </p:blipFill>
        <p:spPr>
          <a:xfrm>
            <a:off x="7118108" y="2340244"/>
            <a:ext cx="4381633" cy="1707956"/>
          </a:xfrm>
          <a:prstGeom prst="rect">
            <a:avLst/>
          </a:prstGeom>
        </p:spPr>
      </p:pic>
      <p:sp>
        <p:nvSpPr>
          <p:cNvPr id="11" name="TextBox 10">
            <a:extLst>
              <a:ext uri="{FF2B5EF4-FFF2-40B4-BE49-F238E27FC236}">
                <a16:creationId xmlns:a16="http://schemas.microsoft.com/office/drawing/2014/main" id="{D5689ED7-B1C5-FE60-A0ED-0AC592BD8C37}"/>
              </a:ext>
            </a:extLst>
          </p:cNvPr>
          <p:cNvSpPr txBox="1"/>
          <p:nvPr/>
        </p:nvSpPr>
        <p:spPr>
          <a:xfrm>
            <a:off x="913794" y="5143072"/>
            <a:ext cx="11087060" cy="923330"/>
          </a:xfrm>
          <a:prstGeom prst="rect">
            <a:avLst/>
          </a:prstGeom>
          <a:noFill/>
        </p:spPr>
        <p:txBody>
          <a:bodyPr wrap="square">
            <a:spAutoFit/>
          </a:bodyPr>
          <a:lstStyle/>
          <a:p>
            <a:r>
              <a:rPr lang="en-US" b="0" i="0" dirty="0">
                <a:solidFill>
                  <a:srgbClr val="ECECEC"/>
                </a:solidFill>
                <a:effectLst/>
                <a:latin typeface="ui-sans-serif"/>
              </a:rPr>
              <a:t>This query identifies the top 10 actors with the most movies in the dataset. It helps analyze the most frequently appearing actors, their dominance in the industry, and their career longevity. However, if the </a:t>
            </a:r>
            <a:r>
              <a:rPr lang="en-US" b="1" i="0" dirty="0">
                <a:solidFill>
                  <a:srgbClr val="ECECEC"/>
                </a:solidFill>
                <a:effectLst/>
                <a:latin typeface="ui-sans-serif"/>
              </a:rPr>
              <a:t>cast</a:t>
            </a:r>
            <a:r>
              <a:rPr lang="en-US" b="0" i="0" dirty="0">
                <a:solidFill>
                  <a:srgbClr val="ECECEC"/>
                </a:solidFill>
                <a:effectLst/>
                <a:latin typeface="ui-sans-serif"/>
              </a:rPr>
              <a:t> column contains multiple actors in a single entry, data cleaning or normalization is required for accurate results. 🚀</a:t>
            </a:r>
            <a:endParaRPr lang="en-IN" dirty="0"/>
          </a:p>
        </p:txBody>
      </p:sp>
    </p:spTree>
    <p:extLst>
      <p:ext uri="{BB962C8B-B14F-4D97-AF65-F5344CB8AC3E}">
        <p14:creationId xmlns:p14="http://schemas.microsoft.com/office/powerpoint/2010/main" val="1268484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5216-C77B-1F27-332E-6CFCA3CA4BA9}"/>
              </a:ext>
            </a:extLst>
          </p:cNvPr>
          <p:cNvSpPr>
            <a:spLocks noGrp="1"/>
          </p:cNvSpPr>
          <p:nvPr>
            <p:ph type="title"/>
          </p:nvPr>
        </p:nvSpPr>
        <p:spPr>
          <a:xfrm>
            <a:off x="1037781" y="2943775"/>
            <a:ext cx="10353762" cy="970450"/>
          </a:xfrm>
        </p:spPr>
        <p:txBody>
          <a:bodyPr/>
          <a:lstStyle/>
          <a:p>
            <a:r>
              <a:rPr lang="en-US" dirty="0"/>
              <a:t>Thank You</a:t>
            </a:r>
            <a:endParaRPr lang="en-IN" dirty="0"/>
          </a:p>
        </p:txBody>
      </p:sp>
    </p:spTree>
    <p:extLst>
      <p:ext uri="{BB962C8B-B14F-4D97-AF65-F5344CB8AC3E}">
        <p14:creationId xmlns:p14="http://schemas.microsoft.com/office/powerpoint/2010/main" val="12877141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45</TotalTime>
  <Words>454</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Calisto MT</vt:lpstr>
      <vt:lpstr>ui-sans-serif</vt:lpstr>
      <vt:lpstr>Wingdings 2</vt:lpstr>
      <vt:lpstr>Slate</vt:lpstr>
      <vt:lpstr>Welcome to the IMD Movie Data Analyst  Project</vt:lpstr>
      <vt:lpstr>Q1 Count of Movies by Year</vt:lpstr>
      <vt:lpstr>Q2 Top 10 Directors with Most Movies</vt:lpstr>
      <vt:lpstr>Q3 Most Common Movie Genres</vt:lpstr>
      <vt:lpstr>Q4 Movies Released After 2010</vt:lpstr>
      <vt:lpstr>Q5 Find Movies Featuring a Specific Actor (e.g., "Shah Rukh Khan")</vt:lpstr>
      <vt:lpstr>Q6 Find Movies by a Specific Director (e.g., “Farhan Akhtar")</vt:lpstr>
      <vt:lpstr>Q7 Count of Movies per Actor (if cast is stored as a comma-separated string)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chetan kumar</cp:lastModifiedBy>
  <cp:revision>1</cp:revision>
  <dcterms:created xsi:type="dcterms:W3CDTF">2025-02-12T14:55:35Z</dcterms:created>
  <dcterms:modified xsi:type="dcterms:W3CDTF">2025-02-12T18:05:28Z</dcterms:modified>
</cp:coreProperties>
</file>